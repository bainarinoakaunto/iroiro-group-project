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Source Han Sans JP Bold" charset="1" panose="020B080000000000000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1950" y="643515"/>
            <a:ext cx="6426000" cy="7514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障害報告書</a:t>
            </a:r>
          </a:p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000000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サービス名: デジスタ（デジタルスタンプカード）</a:t>
            </a:r>
          </a:p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000000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 発生日: 2026年2月22日</a:t>
            </a:r>
          </a:p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000000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 障害発生時刻: 9:10 </a:t>
            </a:r>
          </a:p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000000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 障害復旧時刻: 11:37:28 JST</a:t>
            </a:r>
          </a:p>
          <a:p>
            <a:pPr algn="l">
              <a:lnSpc>
                <a:spcPts val="2525"/>
              </a:lnSpc>
            </a:pPr>
            <a:r>
              <a:rPr lang="en-US" sz="1803" b="true">
                <a:solidFill>
                  <a:srgbClr val="000000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障害内容</a:t>
            </a:r>
          </a:p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000000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デジスタ（デジタルスタンプカード）が利用できない状態となりました。デジタルスタンプカード内すべてのサービスが利用できない事象が発生していました。</a:t>
            </a:r>
          </a:p>
          <a:p>
            <a:pPr algn="l">
              <a:lnSpc>
                <a:spcPts val="2525"/>
              </a:lnSpc>
            </a:pPr>
            <a:r>
              <a:rPr lang="en-US" sz="1803" b="true">
                <a:solidFill>
                  <a:srgbClr val="000000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原因</a:t>
            </a:r>
          </a:p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000000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スクリプトデータの破損により、システムが正常に動作しなかったことが原因です。</a:t>
            </a:r>
          </a:p>
          <a:p>
            <a:pPr algn="l">
              <a:lnSpc>
                <a:spcPts val="2525"/>
              </a:lnSpc>
            </a:pPr>
            <a:r>
              <a:rPr lang="en-US" sz="1803" b="true">
                <a:solidFill>
                  <a:srgbClr val="000000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復旧作業</a:t>
            </a:r>
          </a:p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000000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破損したスクリプトの修復および動作確認を行い、サービスを正常に復旧しました。復旧作業には時間を要しました。</a:t>
            </a:r>
          </a:p>
          <a:p>
            <a:pPr algn="l">
              <a:lnSpc>
                <a:spcPts val="2525"/>
              </a:lnSpc>
            </a:pPr>
            <a:r>
              <a:rPr lang="en-US" sz="1803" b="true">
                <a:solidFill>
                  <a:srgbClr val="000000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現状</a:t>
            </a:r>
          </a:p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000000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現在は通常どおりサービスをご利用いただけます。</a:t>
            </a:r>
          </a:p>
          <a:p>
            <a:pPr algn="l">
              <a:lnSpc>
                <a:spcPts val="2525"/>
              </a:lnSpc>
            </a:pPr>
            <a:r>
              <a:rPr lang="en-US" sz="1803" b="true">
                <a:solidFill>
                  <a:srgbClr val="000000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利用者への影響</a:t>
            </a:r>
          </a:p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000000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短時間ながら、スタンプ取得・じゃんけん機能の利用ができなかった可能性があります。</a:t>
            </a:r>
          </a:p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000000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 ご利用の皆さまにはご不便・ご迷惑をおかけしましたことをお詫び申し上げます。</a:t>
            </a:r>
          </a:p>
          <a:p>
            <a:pPr algn="l">
              <a:lnSpc>
                <a:spcPts val="2525"/>
              </a:lnSpc>
            </a:pPr>
            <a:r>
              <a:rPr lang="en-US" sz="1803" b="true">
                <a:solidFill>
                  <a:srgbClr val="000000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再発防止策</a:t>
            </a:r>
          </a:p>
          <a:p>
            <a:pPr algn="l" marL="345438" indent="-172719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スクリプトデータの定期バックアップを実施</a:t>
            </a:r>
          </a:p>
          <a:p>
            <a:pPr algn="l" marL="345438" indent="-172719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更新時のデータ整合性チェックの強化</a:t>
            </a:r>
          </a:p>
          <a:p>
            <a:pPr algn="l" marL="345438" indent="-172719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障害検知・通知システムの改善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DAHCAtqNYYs</dc:identifier>
  <dcterms:modified xsi:type="dcterms:W3CDTF">2011-08-01T06:04:30Z</dcterms:modified>
  <cp:revision>1</cp:revision>
  <dc:title>デジスタ不具合</dc:title>
</cp:coreProperties>
</file>